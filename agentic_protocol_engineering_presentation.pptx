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Protocol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using Agentic Protocols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Protocol-driven development</a:t>
            </a:r>
          </a:p>
          <a:p>
            <a:pPr/>
            <a:r>
              <a:t>Trust and provenance tracking</a:t>
            </a:r>
          </a:p>
          <a:p>
            <a:pPr/>
            <a:r>
              <a:t>Structured agent communication</a:t>
            </a:r>
          </a:p>
          <a:p>
            <a:pPr/>
            <a:r>
              <a:t>Safe execution environments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Maintains data integrity</a:t>
            </a:r>
          </a:p>
          <a:p>
            <a:pPr/>
            <a:r>
              <a:t>Enables audit trails</a:t>
            </a:r>
          </a:p>
          <a:p>
            <a:pPr/>
            <a:r>
              <a:t>Prevents trust bleeding</a:t>
            </a:r>
          </a:p>
          <a:p>
            <a:pPr/>
            <a:r>
              <a:t>Supports collaboration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