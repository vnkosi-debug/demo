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🚀 Agentic Protocol Engineering: The Wiring Harness of Trust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When Arrows Bleed... Trust Leaks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🎯 The Production Reality Check</a:t>
            </a:r>
          </a:p>
          <a:p>
            <a:pPr lvl="1"/>
            <a:r>
              <a:t>Clean diagrams hide dangerous gaps in agentic systems</a:t>
            </a:r>
          </a:p>
          <a:p>
            <a:pPr/>
            <a:r>
              <a:t>❌ What Fails in Production:</a:t>
            </a:r>
          </a:p>
          <a:p>
            <a:pPr lvl="1"/>
            <a:r>
              <a:t>• ⏰ Timestamps vanish between retrieval and reasoning</a:t>
            </a:r>
          </a:p>
          <a:p>
            <a:pPr lvl="1"/>
            <a:r>
              <a:t>• 🔍 Provenance stripped from critical data</a:t>
            </a:r>
          </a:p>
          <a:p>
            <a:pPr lvl="1"/>
            <a:r>
              <a:t>• 🧠 Memory drifts without structured handoffs</a:t>
            </a:r>
          </a:p>
          <a:p>
            <a:pPr lvl="1"/>
            <a:r>
              <a:t>• ⚡ Actions fire without governance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✅ The Protocol Solution: Trust That Travels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41148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Why It Matters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🧩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Stable, versioned context slots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💬 ACP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Comm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Traceable message envelopes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🤝 A2A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Agent-to-Agent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Task coordination &amp; state sync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🌐 ANP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Cross-org identity &amp; policy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📈 Maturity Ladder: From Fragile to Bulletproof</a:t>
            </a:r>
          </a:p>
          <a:p>
            <a:r>
              <a:t>🔴 L0: Ad Hoc Chaos → 🟠 L1: Sandbox Safety → 🟡 L2: Context Stability → 🟢 L3: Structured Comm → 🔵 L4: Federated Trust → 🟣 L5: Protocol 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315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🎪 Live Demo: Protocol Envelope in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</a:t>
            </a:r>
          </a:p>
          <a:p>
            <a:r>
              <a:t>  "protocol": "ACP_Message",</a:t>
            </a:r>
          </a:p>
          <a:p>
            <a:r>
              <a:t>  "metadata": {</a:t>
            </a:r>
          </a:p>
          <a:p>
            <a:r>
              <a:t>    "id": "msg_1774875876",</a:t>
            </a:r>
          </a:p>
          <a:p>
            <a:r>
              <a:t>    "session": "med_review_001",</a:t>
            </a:r>
          </a:p>
          <a:p>
            <a:r>
              <a:t>    "timestamp": "2026-03-30T15:04:36Z"</a:t>
            </a:r>
          </a:p>
          <a:p>
            <a:r>
              <a:t>  },</a:t>
            </a:r>
          </a:p>
          <a:p>
            <a:r>
              <a:t>  "payload": {</a:t>
            </a:r>
          </a:p>
          <a:p>
            <a:r>
              <a:t>    "tool": "generate_report",</a:t>
            </a:r>
          </a:p>
          <a:p>
            <a:r>
              <a:t>    "execution_class": "restricted",</a:t>
            </a:r>
          </a:p>
          <a:p>
            <a:r>
              <a:t>    "provenance": {</a:t>
            </a:r>
          </a:p>
          <a:p>
            <a:r>
              <a:t>      "origin": "verified_medical_db",</a:t>
            </a:r>
          </a:p>
          <a:p>
            <a:r>
              <a:t>      "trust_score": 0.95,</a:t>
            </a:r>
          </a:p>
          <a:p>
            <a:r>
              <a:t>      "crypto_signature": "a9577c809c691ff9"</a:t>
            </a:r>
          </a:p>
          <a:p>
            <a:r>
              <a:t>    },</a:t>
            </a:r>
          </a:p>
          <a:p>
            <a:r>
              <a:t>    "governance": {</a:t>
            </a:r>
          </a:p>
          <a:p>
            <a:r>
              <a:t>      "requires_approval": true,</a:t>
            </a:r>
          </a:p>
          <a:p>
            <a:r>
              <a:t>      "approver_role": "Chief_Medical_Officer"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💡 Key Takeaway: APIs connect components. Protocols connect trust.</a:t>
            </a:r>
          </a:p>
          <a:p>
            <a:r>
              <a:t>"The diagram is just a map. The protocols are the wiring harness that keeps the whole thing intact when it moves."</a:t>
            </a:r>
          </a:p>
          <a:p>
            <a:r>
              <a:t>— Austin &amp; Neter, Chapter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